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funcional. La defensa comercial sí toca al aduanal.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estructural clave es la lista negativa.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Salvaguardia = volúmenes que dañan; antidumping = precios desleales.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ISDS es el rasgo más distintivo y debatido.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de servicios usa el enfoque de lista negativa.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Reflejo inverso del enfoque de mercancías: en servicios, lo cerrado está en la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SIEMPRE los Anexos I y II es el paso que la gente olvida.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Antidumping vs. salvaguardia es la distinción más confundida.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memorizar el detalle: saber ubicar el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comercial, inversión y servicios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Capítulos 8, 10, 11, 12 y 13  ·  nivel funcional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a qué capítulo ir — sin memorizar el detalle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Reconocer el capítulo, no memorizarlo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cómo el tratado protege a la industria nacional, al inversionista extranjero y abre el comercio de servicios — para saber a qué capítulo ir ante cada situación.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comercial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país puede volver a subir aranceles pese al tratado.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garantías protegen al capital extranjero.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abre el comercio de servicios y la lista negativa.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· DEFENSA COMERCIAL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que toca al aduanal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legales para protegerse de importaciones que dañan a la industria nacional. Explica por qué a veces reaparece un arancel donde el tratado prometía cero.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5440680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Salvaguardias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desgravación hace que un producto se importe en cantidades que causan daño grave, el país puede suspender la reducción o subir el arancel — solo durante el período de transición y con compensación.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22860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2286000"/>
            <a:ext cx="5440680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Antidumping y compensatorios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65392" y="33832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precios desleales (dumping) o subvenciones, se aplican derechos antidumping o compensatorios. El DR-CAFTA conserva las reglas de la OMC; no va al mecanismo de controversias del tratado.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 · INVERSIÓN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al capital extranjero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los inversionistas de una Parte que invierten en otra. Da confianza al capital extranjero para instalarse en RD. Sus garantías centrales: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Trato nacional y NMF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al nacional, y no peor que al de terceros.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6260" y="22860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0580" y="24688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mínimo de trato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0580" y="29718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justo y equitativo conforme al derecho internacional.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22860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24688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 expropiación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9718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causa pública, no discriminatoria y con indemnización pronta, adecuada y efectiva.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2062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 transferencia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capitales, ganancias y utilidades.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6260" y="402336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0580" y="42062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ISDS: inversionista-Estado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0580" y="4709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inversionista puede llevar al Estado directo a arbitraje internacional.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11-13 · SERVICIOS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tratado también abre los servicios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945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11 · Transfronterizo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prestados de un país a otro sin que cruce mercancía. Trato nacional y NMF, acceso a mercados, y no exigir presencia local.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6260" y="182880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6260" y="182880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4658868" y="21945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12 · Financieros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8868" y="30632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Banca, seguros y valores. Abre el sector, pero con la excepción prudencial: el Estado protege la estabilidad financiera.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82880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82880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488" y="21945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13 · Telecomunicaciones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6488" y="30632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acceso e interconexión a las redes públicas en condiciones razonables y no discriminatorias.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QUE NO SE PUEDE PERDER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lista negativa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94560" y="214884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liberalizado por defecto, SALVO lo que cada país reserve expresamente.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1E3D57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154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8840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disconformes existentes. Solo pueden volverse menos restrictivas (trinquete / ratchet).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82512" y="29260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1E3D57"/>
          </a:solidFill>
          <a:ln w="15240">
            <a:solidFill>
              <a:srgbClr val="E0A8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3154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II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02552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donde el país se reserva el derecho de adoptar medidas futuras más restrictivas.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si un servicio está abierto en RD, no basta leer el capítulo — revisa si RD lo reservó en su Anexo I o II.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Ubicar un caso de estos capítulos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5376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la naturaleza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¿daño a la industria? ¿inversión? ¿servicio?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402336" cy="40233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6426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al capítulo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74920" y="264261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8 defensa · Cap. 10 inversión · Cap. 11-13 servicios.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584448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Anexos I y II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74920" y="350215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siempre, para servicios e inversión — cambian la respuesta.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43984"/>
            <a:ext cx="402336" cy="40233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616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la garantía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074920" y="436168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nacional, expropiación, interconexión, etc.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97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303520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221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 el mecanismo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74920" y="522122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ISDS en inversión; Estado-Estado en servicios; OMC en antidumping.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este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el tratado es solo mercancías y no saber que hay servicios e inversión.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capítulo de servicios sin revisar los Anexos I y II.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la salvaguardia (Cap. 8) → no entender por qué reaparece un arancel.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antidumping (precios desleales) con salvaguardia (volúmenes que dañan).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la excepción prudencial en servicios financieros.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servicios, lo cerrado está en la lista (Anexos I y II).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8: las dos secciones (salvaguardias; antidumping).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10: garantías + la sección de ISDS.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11-13: lectura funcional; el enfoque de lista negativa.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Hojea los Anexos I y II de RD para ver una reserva.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funcional de 5 capítulos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donde, para cada capítulo (8, 10, 11, 12, 13):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66674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387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regula, en una línea.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21538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873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garantía o disciplina más importante.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7640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6360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de caso real que lo activaría.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65392" y="5349240"/>
            <a:ext cx="4892040" cy="365760"/>
          </a:xfrm>
          <a:prstGeom prst="roundRect">
            <a:avLst>
              <a:gd name="adj" fmla="val 15000"/>
            </a:avLst>
          </a:prstGeom>
          <a:solidFill>
            <a:srgbClr val="1E3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saber a qué capítulo ir ante cualquier caso.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 las mercancías.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17720" y="253288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39572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defensa comercial explica por qué reaparece un arancel.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309981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962656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protege al capital extranjero (ISDS).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66674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29584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abren con el enfoque de lista negativa.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423367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096512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servicios/inversión: revisa siempre los Anexos I y II.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8 · Compras públicas, e-commerce y 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2026-08-14T03:06:20Z</dcterms:created>
  <dcterms:modified xsi:type="dcterms:W3CDTF">2026-08-14T03:06:20Z</dcterms:modified>
</cp:coreProperties>
</file>