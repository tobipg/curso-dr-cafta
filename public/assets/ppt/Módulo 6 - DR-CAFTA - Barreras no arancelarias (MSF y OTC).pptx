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gap entre 'lo que dice el tratado' y 'la realidad de meter la mercancía'. Base conceptual del clasificador de dificultad.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base conceptual del futuro clasificador fácil/medio/difícil.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 es el valor que nadie más le da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tratado NO dice 'todos usan las mismas reglas sanitarias'; dice 'cada quien mantiene las suyas, sin proteccionismo disfrazado'.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Conocer el Acuerdo MSF de la OMC (learning.wto.org) es directamente aplicable.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 = voluntaria; reglamento técnico = obligatorio. Distinción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mismo producto puede ser 'fácil' de entrar a un país y 'difícil' a otro. Esa variabilidad es lo que el sistema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método es, en esencia, el modelo de puntuación del futuro sistema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cambian con más frecuencia que el arancel — hay que verificar la agencia y el requisito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entregable es el semillero del proyecto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7: salvaguardias/antidumping, inversión y el bloque de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Barreras no arancelarias: MSF y OTC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sanitarias y obstáculos técnicos  ·  Capítulos 6 y 7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30936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de arancel no es libre de requisitos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la dificultad real de entrada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por qué un producto puede entrar “libre” según el tratado y aun así toparse con un muro de permisos, registros y requisitos técnicos — y sabrá distinguir qué armoniza el tratado y qué deja a cada país.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Distinguir MSF de OTC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un requisito es sanitario y cuándo es técnico.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qué NO armoniza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cada país mantiene sus propias reglas.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6032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7121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 la dificultad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8912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permisos, agencias y complejidad por producto.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arancel baja; las reglas quedan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propia tesis convertida en clase: aunque el tratado dicte libre comercio, cada país mantiene sus reglas sanitarias, fitosanitarias y técnicas.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446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DR-CAFTA baja el arancel, pero no elimina que un alimento tenga registro sanitario, que una planta traiga certificado fitosanitario o que un electrodoméstico cumpla una norma. Para muchos productos, esa es la barrera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56032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Arancel cero, sí — pero necesitas estos permisos, de estas agencias.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QUE HAY QUE FIJAR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armoniza el tratado — y qué 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514600"/>
            <a:ext cx="4617720" cy="2331720"/>
          </a:xfrm>
          <a:prstGeom prst="roundRect">
            <a:avLst>
              <a:gd name="adj" fmla="val 4706"/>
            </a:avLst>
          </a:prstGeom>
          <a:solidFill>
            <a:srgbClr val="1E3D57"/>
          </a:solidFill>
          <a:ln w="16510">
            <a:solidFill>
              <a:srgbClr val="2A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armoniza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32918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ARANCELES (Cap. 3):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baja o elimina.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514600"/>
            <a:ext cx="4617720" cy="2331720"/>
          </a:xfrm>
          <a:prstGeom prst="roundRect">
            <a:avLst>
              <a:gd name="adj" fmla="val 4706"/>
            </a:avLst>
          </a:prstGeom>
          <a:solidFill>
            <a:srgbClr val="3A2E18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743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armoniza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329184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3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SANITARIOS y TÉCNICOS: pone disciplinas, pero cada país conserva sus reglas.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las reglas siguen siendo distintas país por país — y por eso el clasificador de dificultad tiene sentido.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· MEDIDAS SANITARIAS Y FITOSANITARIAS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 salud humana, animal y vegetal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MSF: medidas frente a plagas, enfermedades, contaminantes o toxinas en alimentos. Ej.: certificado zoosanitario, certificado fitosanitario, inocuidad, cuarentenas.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enfoque del DR-CAFTA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Reafirma el Acuerdo MSF de la OMC — no crea un régimen nuevo.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parte sustantiva no va al panel de controversias del tratado.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61772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480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Comité de Asuntos Sanitarios y Fitosanitarios.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228600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(Acuerdo MSF-OMC)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65392" y="3008376"/>
            <a:ext cx="118872" cy="118872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6" name="Text 14"/>
          <p:cNvSpPr/>
          <p:nvPr/>
        </p:nvSpPr>
        <p:spPr>
          <a:xfrm>
            <a:off x="6839712" y="2898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científica y evaluación de riesgo.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65392" y="3511296"/>
            <a:ext cx="118872" cy="118872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8" name="Text 16"/>
          <p:cNvSpPr/>
          <p:nvPr/>
        </p:nvSpPr>
        <p:spPr>
          <a:xfrm>
            <a:off x="6839712" y="3401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discriminación entre orígenes similares.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65392" y="4014216"/>
            <a:ext cx="118872" cy="118872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0" name="Text 18"/>
          <p:cNvSpPr/>
          <p:nvPr/>
        </p:nvSpPr>
        <p:spPr>
          <a:xfrm>
            <a:off x="6839712" y="3904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Equivalencia: aceptar medidas que logren igual protección.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65392" y="4517136"/>
            <a:ext cx="118872" cy="118872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Regionalización: reconocer zonas libres de plagas.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65392" y="5020056"/>
            <a:ext cx="118872" cy="118872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4" name="Text 22"/>
          <p:cNvSpPr/>
          <p:nvPr/>
        </p:nvSpPr>
        <p:spPr>
          <a:xfrm>
            <a:off x="6839712" y="49103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Transparencia: notificar las medidas.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OBSTÁCULOS TÉCNICOS AL COMERCIO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técnicos, no sanitarios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OTC: normas de calidad, etiquetado, seguridad y las pruebas para verificar su cumplimiento. Ej.: normas eléctricas, etiquetado obligatorio, seguridad de juguetes.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enfoque del DR-CAFTA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803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en el Acuerdo OTC de la OMC.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639312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0215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medidas no creen obstáculos innecesarios.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261104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1239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resultados de evaluación de conformidad entre Partes.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882896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7457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Comité de Obstáculos Técnicos al Comercio.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228600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clave a distinguir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65392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vs. reglamento técnico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voluntaria vs. obligatorio.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840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conformidad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ensayo, certificación, inspección.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5392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información obligatoria al consumidor.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GENERA DIFICULTAD DE ENTRADA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a tu clasificador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arancel sea 0%, un producto puede enfrentar: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5856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/ permiso previo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agencia nacional (sanitario, fitosanitario, técnico).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6260" y="205740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0580" y="225856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Certificados que acompañan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0580" y="280720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fitosanitario, zoosanitario, de libre venta.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205740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225856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o inspección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80720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laboratorio o inspección física obligatoria.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7880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Etiquetado específico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7274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país importador.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6260" y="397764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0580" y="417880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Múltiples agencias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0580" y="47274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con su trámite, costo y plazo.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977640"/>
            <a:ext cx="3456432" cy="1737360"/>
          </a:xfrm>
          <a:prstGeom prst="roundRect">
            <a:avLst>
              <a:gd name="adj" fmla="val 4211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417880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Variación por país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7274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NO lo armonizó — cambia según destino.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las barreras de un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 el producto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+ naturaleza: ¿alimento? ¿planta? ¿industrial? ¿químico?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626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2292" y="1975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2229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292" y="2633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¿MSF u OTC?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2292" y="3154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salud/vida → MSF; requisito técnico → OTC (muchos, ambos).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9912" y="2633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las agencias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39912" y="3154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competentes del país importador.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919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los requisitos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440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certificado, laboratorio, etiquetado.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626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2292" y="4261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2229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22292" y="4919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 la complejidad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22292" y="5440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permisos y agencias, laboratorio, tiempos, costos.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39912" y="491947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Concluye la dificultad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39912" y="5440680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real de entrada, más allá del arancel.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este capítulo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“arancel cero” con “entrada libre”.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el tratado armonizó los requisitos sanitarios/técnicos.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distinguir MSF de OTC → buscar en la agencia equivocada.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que las MSF no van al panel de controversias del tratado.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etiquetado → mercancía retenida pese a arancel cero.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arancel es solo la mitad; la otra mitad son los permisos.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6: cómo reafirma el Acuerdo MSF-OMC y el Comité MSF.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7: reglamentos técnicos, conformidad, Comité OTC.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ligera de los Acuerdos MSF y OTC de la OMC.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la sustancia MSF no va a solución de controversias.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barreras de 2 productos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producto (uno alimento, uno industrial), documenta: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66674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387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dispara MSF, OTC o ambos.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41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requisitos concretos enfrenta.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67258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445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agencias intervienen.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11112" y="517550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estimación fácil / medio / difícil, justificada.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553212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86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en papel de tu clasificador de dificultad.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188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2704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barrera real, entendida.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17720" y="239572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258568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baja aranceles, no armoniza requisitos sanitarios/técnicos.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296265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825496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 protege salud; OTC son requisitos técnicos y de etiquetado.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52958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392424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país pone sus reglas → la dificultad varía por destino.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409651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959352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barreras es el prototipo del clasificador.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70916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7091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6 cierras el Bloque II: las barreras no arancelarias.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440680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440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7 · Defensa comercial, inversión y servicios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2026-08-14T02:57:29Z</dcterms:created>
  <dcterms:modified xsi:type="dcterms:W3CDTF">2026-08-14T02:57:29Z</dcterms:modified>
</cp:coreProperties>
</file>