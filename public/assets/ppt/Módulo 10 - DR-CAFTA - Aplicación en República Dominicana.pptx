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texto internacional a la aduana, la ventanilla y el escritorio del día a día en RD. Tu terreno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tu experiencia de aduanas y courier se une con el conocimiento del 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práctica se trabaja con ambos: el tratado y la norma dominicana que lo ejecuta.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cada requisito no arancelario del Módulo 6, debes poder nombrar la agencia dominicana que lo administra.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trabajo diario y el proyecto OASIS orbitan alrededor del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7: estima dificultad, tiempo y costo total — el diagnóstico que un cliente paga. Completar este flujo es la competencia final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central: tratar el tratado y la norma dominicana como excluyentes.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informe demuestra dominio de todo el curso y es el prototipo de lo que el sistema de IA automatizaría.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del curso. El proyecto final integra todo y es el prototipo funcional del sistema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en la República Dominicana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4930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Donde el tratado se vuelve operación real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que aterriza todo el curso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texto a la aduana dominicana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sabrá cómo se ejecuta el DR-CAFTA dentro de RD: qué leyes lo incorporaron, qué instituciones lo administran, qué sistemas se usan y cómo se aplica en la práctica dominicana.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incorporación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tratado entró al derecho dominicano.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Instituciones y sistemas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DGA, MICM, VUCE y el SIGA.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integrador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una importación real de principio a fin.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INCORPORACIÓN AL DERECHO DOMINICANO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tratado no aplica solo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DR-CAFTA pasó por el proceso constitucional dominicano para regir dentro del país: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78608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Ratificación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por el Congreso Nacional, se hizo parte del ordenamiento jurídico dominicano.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6260" y="219456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219456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658868" y="2578608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en vigor: marzo 2007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58868" y="34290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“año cero” de todos los cronogramas de desgravación — la referencia para calcular el arancel de hoy.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19456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219456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5" name="Text 13"/>
          <p:cNvSpPr/>
          <p:nvPr/>
        </p:nvSpPr>
        <p:spPr>
          <a:xfrm>
            <a:off x="8476488" y="2578608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Legislación de implementación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6488" y="34290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ajustaron leyes internas (PI, aduanas, compras) para cumplir los compromisos.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INSTITUCIONES DOMINICANAS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administra qué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933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DGA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de Aduanas. Ejecuta el despacho, aplica el arancel y administra el origen en frontera. Tu contraparte operativa.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7373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73736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933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MICM / DICOEX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65392" y="25603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brazo de política comercial: administra los acuerdos, gestiona contingentes y representa a RD en la Comisión.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21608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77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Agencias no arancelarias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45445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Sanidad agropecuaria, Salud Pública, Medio Ambiente y normas técnicas — las del Módulo 6.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72160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721608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3977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Regímenes especiales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65392" y="45445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francas y otras entidades que administran regímenes particulares.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Y VENTANILLAS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hace el trámite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Gestión Aduanera. Donde se tramita el despacho: declaración, pago, canal de riesgo y liberación.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6260" y="228600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0580" y="26060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40580" y="333756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Ventanilla Única de Comercio Exterior. Integra los permisos de las distintas agencias en un solo punto.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228600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6060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Arancel de RD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458200" y="333756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nomenclatura nacional (basada en el HS) con los aranceles vigentes, para contrastar preferencial vs. NMF.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SIGA es la lógica del Capítulo 5; la VUCE es la fuente natural de qué permisos exige cada producto.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INTEGRADOR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una importación real en 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5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(HS) — base de todo.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626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2292" y="1975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462229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2292" y="26334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 el origen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2292" y="31089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¿califica? con qué criterio (Mód. 3-4).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975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39912" y="26334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 el arancel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9912" y="31089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categoría, año, contingente; contrasta con la DGA (Mód. 2).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61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49194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las barreras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3949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y agencias vía VUCE (Mód. 6).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626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2292" y="4261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462229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22292" y="49194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 la certificación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22292" y="53949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soportes para la DGA (Mód. 4).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9912" y="4261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1" name="Text 29"/>
          <p:cNvSpPr/>
          <p:nvPr/>
        </p:nvSpPr>
        <p:spPr>
          <a:xfrm>
            <a:off x="843991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39912" y="49194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 el despacho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39912" y="53949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SIGA: anticipación, canal, minimis (Mód. 5).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aplicar el tratado en 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en el texto y no saber en qué sistema o agencia se ejecuta.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desgravación sin anclar en la entrada en vigor de RD (2007).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el Reglamento 505-10 al manejar productos con contingente.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mapear cada requisito no arancelario a su agencia dominicana.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Desconocer el umbral de minimis vigente en RD para courier.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tratado y la norma dominicana se aplican juntos, no por separado.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proyecto final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(fuentes RD)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35915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la DGA (aduanas.gob.do): arancel, SIGA, normativa.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363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MICM / administración de tratados y el folleto del DR-CAFTA.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136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VUCE: catálogo de permisos por producto y agencia.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46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6908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505-10 y las leyes de implementación.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DEL CURSO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integral de una importación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65392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completo que recorre los 7 pasos del método: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1112" y="37124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5844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Clasificación, dictamen de origen y arancel vigente.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11112" y="41696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barreras con sus agencias.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11112" y="46268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4988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redactada y plan de despacho por SIGA.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11112" y="50840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9560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final de dificultad, tiempo y costo.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65392" y="5532120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1E3D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5486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entregable que se le vende a un cliente.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COMPLETO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anatomía del tratado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operar en RD.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312724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900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lectura → mercancías → origen → barreras reales.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67588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38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del tratado a nivel funcional.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22452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873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aterrizado en la operación dominicana.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77316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3600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diagnóstico integral: el servicio que vendes.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7315200" cy="685800"/>
          </a:xfrm>
          <a:prstGeom prst="roundRect">
            <a:avLst>
              <a:gd name="adj" fmla="val 12000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0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módulos · del texto internacional al escritorio en RD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2026-08-14T19:46:50Z</dcterms:created>
  <dcterms:modified xsi:type="dcterms:W3CDTF">2026-08-14T19:46:50Z</dcterms:modified>
</cp:coreProperties>
</file>